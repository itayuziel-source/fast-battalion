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solidFill>
            <a:srgbClr val="9F22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23774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תכנית מזון — ירידה מתע"מ</a:t>
            </a:r>
            <a:endParaRPr lang="he-IL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595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הזנה לאורך שלבי הירידה והמאסף</a:t>
            </a:r>
            <a:endParaRPr lang="he-IL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28 | תוכנית ירידה מתע"מ לבנון | בלמ"ס</a:t>
            </a:r>
            <a:endParaRPr lang="he-IL" sz="1000" dirty="0"/>
          </a:p>
        </p:txBody>
      </p:sp>
      <p:sp>
        <p:nvSpPr>
          <p:cNvPr id="7" name="Shape 5"/>
          <p:cNvSpPr/>
          <p:nvPr/>
        </p:nvSpPr>
        <p:spPr>
          <a:xfrm>
            <a:off x="8165592" y="17373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05872" y="1993392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94192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 יום כיפור — יום א'</a:t>
            </a:r>
            <a:endParaRPr lang="he-IL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39912" y="3108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כניסת אוכל חם לארוחה המפסקת</a:t>
            </a:r>
            <a:endParaRPr lang="he-IL" sz="12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אוכל מצונן לסיום הצום (מוצאי יום כיפור 21.9)</a:t>
            </a:r>
            <a:endParaRPr lang="he-IL" sz="1250" dirty="0"/>
          </a:p>
        </p:txBody>
      </p:sp>
      <p:sp>
        <p:nvSpPr>
          <p:cNvPr id="11" name="Shape 9"/>
          <p:cNvSpPr/>
          <p:nvPr/>
        </p:nvSpPr>
        <p:spPr>
          <a:xfrm>
            <a:off x="4233672" y="17373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3952" y="1993392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23.9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ההובלות — יום ד'</a:t>
            </a:r>
            <a:endParaRPr lang="he-IL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3108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הוזמנו 150 סנדוויצ'ים לכוחות</a:t>
            </a:r>
            <a:endParaRPr lang="he-IL" sz="12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חלוקה במקביל להובלת 20 ההאמרים למחנה ליפקין</a:t>
            </a:r>
            <a:endParaRPr lang="he-IL" sz="1250" dirty="0"/>
          </a:p>
        </p:txBody>
      </p:sp>
      <p:sp>
        <p:nvSpPr>
          <p:cNvPr id="15" name="Shape 13"/>
          <p:cNvSpPr/>
          <p:nvPr/>
        </p:nvSpPr>
        <p:spPr>
          <a:xfrm>
            <a:off x="301752" y="17373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42032" y="1993392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4-15.10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המאסף — ימ"ח גדודי</a:t>
            </a:r>
            <a:endParaRPr lang="he-IL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3108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ארוחות מסודרות בחדר האוכל במחנה ליפקין</a:t>
            </a:r>
            <a:endParaRPr lang="he-IL" sz="12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לאורך כל ימי העבודה בימ"ח</a:t>
            </a:r>
            <a:endParaRPr lang="he-IL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5257800"/>
            <a:ext cx="11365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אחריות ותיאום מול הרס"ר הגדודי | השלמות ועדכונים — בהתאם ללו"ז ההובלות</a:t>
            </a:r>
            <a:endParaRPr lang="he-IL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solidFill>
            <a:srgbClr val="9F22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23774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פוש מאמצים</a:t>
            </a:r>
            <a:endParaRPr lang="he-IL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595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ארבעת המאמצים הגדודיים בירידה מתע"מ ובחזרה לכשירות</a:t>
            </a:r>
            <a:endParaRPr lang="he-IL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28 | תוכנית ירידה מתע"מ לבנון | בלמ"ס</a:t>
            </a:r>
            <a:endParaRPr lang="he-IL" sz="1000" dirty="0"/>
          </a:p>
        </p:txBody>
      </p:sp>
      <p:sp>
        <p:nvSpPr>
          <p:cNvPr id="7" name="Shape 5"/>
          <p:cNvSpPr/>
          <p:nvPr/>
        </p:nvSpPr>
        <p:spPr>
          <a:xfrm>
            <a:off x="9079992" y="160020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BEFEF"/>
          </a:solidFill>
          <a:ln w="19050">
            <a:solidFill>
              <a:srgbClr val="9F22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62872" y="17647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עיקרי — זיכוי וצל"מ</a:t>
            </a:r>
            <a:endParaRPr lang="he-IL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262872" y="246888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המאמץ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מלא של כלל חיילי הגדוד וקיפול חצרות יסף — חתימות, סמים חטיבתי וכרטיסי דלק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לו"ז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20–24.9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חצרות יסף ירוק בעיניים | ירוק על כלל הצל"מ בסוף 23.9</a:t>
            </a:r>
            <a:endParaRPr lang="he-IL" sz="1150" dirty="0"/>
          </a:p>
        </p:txBody>
      </p:sp>
      <p:sp>
        <p:nvSpPr>
          <p:cNvPr id="10" name="Shape 8"/>
          <p:cNvSpPr/>
          <p:nvPr/>
        </p:nvSpPr>
        <p:spPr>
          <a:xfrm>
            <a:off x="6153912" y="160020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6792" y="17647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הובלות והורדת רכבים</a:t>
            </a:r>
            <a:endParaRPr lang="he-IL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36792" y="246888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המאמץ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הורדת 26 כלים: 20 האמרים ע"ג 10 פלטות, משאיות בנסיעה, מכולה ומלגזה, נגררים ומכולות לבילו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לו"ז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16–23.9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הכלים והאמצעים במחנה ליפקין ובבילו</a:t>
            </a:r>
            <a:endParaRPr lang="he-IL" sz="1150" dirty="0"/>
          </a:p>
        </p:txBody>
      </p:sp>
      <p:sp>
        <p:nvSpPr>
          <p:cNvPr id="13" name="Shape 11"/>
          <p:cNvSpPr/>
          <p:nvPr/>
        </p:nvSpPr>
        <p:spPr>
          <a:xfrm>
            <a:off x="3227832" y="160020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10712" y="17647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מאסף וארגון הימ"ח</a:t>
            </a:r>
            <a:endParaRPr lang="he-IL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246888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המאמץ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ספירות צל"מ, תחמושת וסמים | ארמו"ן וכנות נשק | סגירת הימ"ח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לו"ז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11–15.10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בונקר גדודי ספור ומשולט | מסדר מח"ט 15.10</a:t>
            </a:r>
            <a:endParaRPr lang="he-IL" sz="1150" dirty="0"/>
          </a:p>
        </p:txBody>
      </p:sp>
      <p:sp>
        <p:nvSpPr>
          <p:cNvPr id="16" name="Shape 14"/>
          <p:cNvSpPr/>
          <p:nvPr/>
        </p:nvSpPr>
        <p:spPr>
          <a:xfrm>
            <a:off x="301752" y="160020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" y="17647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לכשירות</a:t>
            </a:r>
            <a:endParaRPr lang="he-IL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" y="246888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המאמץ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מסדרים פלוגתיים, בחינות נשק ואופטיקה, הסמכות (זיג 7, נהיגה) וסגירת פערי ציוד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לו"ז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4–15.10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he-IL" sz="11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הגדוד ערוך למעבר לכוננות גדוד מהיר</a:t>
            </a:r>
            <a:endParaRPr lang="he-IL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solidFill>
            <a:srgbClr val="9F22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23774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דגשי מפקד</a:t>
            </a:r>
            <a:endParaRPr lang="he-IL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595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להשלמת המג"ד</a:t>
            </a:r>
            <a:endParaRPr lang="he-IL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28 | תוכנית ירידה מתע"מ לבנון | בלמ"ס</a:t>
            </a:r>
            <a:endParaRPr lang="he-IL" sz="1000" dirty="0"/>
          </a:p>
        </p:txBody>
      </p:sp>
      <p:sp>
        <p:nvSpPr>
          <p:cNvPr id="7" name="Shape 5"/>
          <p:cNvSpPr/>
          <p:nvPr/>
        </p:nvSpPr>
        <p:spPr>
          <a:xfrm>
            <a:off x="10927080" y="1737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9F22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7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0058400" cy="0"/>
          </a:xfrm>
          <a:prstGeom prst="line">
            <a:avLst/>
          </a:prstGeom>
          <a:noFill/>
          <a:ln w="12700">
            <a:solidFill>
              <a:srgbClr val="D6CF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he-IL" sz="1400" dirty="0"/>
          </a:p>
        </p:txBody>
      </p:sp>
      <p:sp>
        <p:nvSpPr>
          <p:cNvPr id="11" name="Shape 9"/>
          <p:cNvSpPr/>
          <p:nvPr/>
        </p:nvSpPr>
        <p:spPr>
          <a:xfrm>
            <a:off x="10927080" y="26060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9F22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27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10058400" cy="0"/>
          </a:xfrm>
          <a:prstGeom prst="line">
            <a:avLst/>
          </a:prstGeom>
          <a:noFill/>
          <a:ln w="12700">
            <a:solidFill>
              <a:srgbClr val="D6CF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606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he-IL" sz="1400" dirty="0"/>
          </a:p>
        </p:txBody>
      </p:sp>
      <p:sp>
        <p:nvSpPr>
          <p:cNvPr id="15" name="Shape 13"/>
          <p:cNvSpPr/>
          <p:nvPr/>
        </p:nvSpPr>
        <p:spPr>
          <a:xfrm>
            <a:off x="10927080" y="34747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9F22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27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0058400" cy="0"/>
          </a:xfrm>
          <a:prstGeom prst="line">
            <a:avLst/>
          </a:prstGeom>
          <a:noFill/>
          <a:ln w="12700">
            <a:solidFill>
              <a:srgbClr val="D6CF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he-IL" sz="1400" dirty="0"/>
          </a:p>
        </p:txBody>
      </p:sp>
      <p:sp>
        <p:nvSpPr>
          <p:cNvPr id="19" name="Shape 17"/>
          <p:cNvSpPr/>
          <p:nvPr/>
        </p:nvSpPr>
        <p:spPr>
          <a:xfrm>
            <a:off x="10927080" y="43434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9F22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27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10058400" cy="0"/>
          </a:xfrm>
          <a:prstGeom prst="line">
            <a:avLst/>
          </a:prstGeom>
          <a:noFill/>
          <a:ln w="12700">
            <a:solidFill>
              <a:srgbClr val="D6CF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he-IL" sz="1400" dirty="0"/>
          </a:p>
        </p:txBody>
      </p:sp>
      <p:sp>
        <p:nvSpPr>
          <p:cNvPr id="23" name="Shape 21"/>
          <p:cNvSpPr/>
          <p:nvPr/>
        </p:nvSpPr>
        <p:spPr>
          <a:xfrm>
            <a:off x="10927080" y="5212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9F22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27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058400" cy="0"/>
          </a:xfrm>
          <a:prstGeom prst="line">
            <a:avLst/>
          </a:prstGeom>
          <a:noFill/>
          <a:ln w="12700">
            <a:solidFill>
              <a:srgbClr val="D6CFC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he-IL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2026-09-19T12:31:30Z</dcterms:created>
  <dcterms:modified xsi:type="dcterms:W3CDTF">2026-09-19T12:31:30Z</dcterms:modified>
</cp:coreProperties>
</file>