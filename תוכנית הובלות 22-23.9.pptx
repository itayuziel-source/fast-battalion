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solidFill>
            <a:srgbClr val="9F22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23774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הובלות — ירידה מתע"מ</a:t>
            </a:r>
            <a:endParaRPr lang="he-IL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595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 להובלות | סה"כ בתוכנית: 26 כלים | יום ג' 22.9: 6 כלים | יום ד' 23.9: 20 כלים ע"ג 10 פלטות | נותרים ללא שיבוץ: 23</a:t>
            </a:r>
            <a:endParaRPr lang="he-IL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28 | תוכנית ירידה מתע"מ לבנון | בלמ"ס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33502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שלישי 22.9</a:t>
            </a:r>
            <a:endParaRPr lang="he-IL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7373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הובלה — 2 האמרים | איסוף ממשטח שטיפה</a:t>
            </a:r>
            <a:endParaRPr lang="he-IL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011680"/>
          <a:ext cx="5074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2103120"/>
              </a:tblGrid>
              <a:tr h="2560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 רכב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0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 ברשימת העוצמה</a:t>
                      </a: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702401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702039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חט"פ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720840" y="30632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ירידה בנסיעה עצמית — 4 כלים</a:t>
            </a:r>
            <a:endParaRPr lang="he-IL" sz="1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337560"/>
          <a:ext cx="5074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2103120"/>
              </a:tblGrid>
              <a:tr h="2560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 רכב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727491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 ארוכה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727496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 ארוכה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990129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990009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720840" y="4892040"/>
            <a:ext cx="5074920" cy="1234440"/>
          </a:xfrm>
          <a:prstGeom prst="rect">
            <a:avLst/>
          </a:prstGeom>
          <a:solidFill>
            <a:srgbClr val="FBEFEF"/>
          </a:solidFill>
          <a:ln w="9525">
            <a:solidFill>
              <a:srgbClr val="E3BCB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0" y="4983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he-IL" altLang="en-US" sz="12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דגשים</a:t>
            </a:r>
            <a:endParaRPr lang="he-IL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שני ההאמרים של יום ג' נמצאים במשטח השטיפה — לתאם איסוף מראש</a:t>
            </a:r>
            <a:endParaRPr lang="he-IL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מספרי צ' בתוכנית אינם מופיעים ברשימת העוצמה — לוודא מול הימ"ח</a:t>
            </a:r>
            <a:endParaRPr lang="he-IL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" y="133502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רביעי 23.9 — 20 כלים ע"ג 10 פלטות</a:t>
            </a:r>
            <a:endParaRPr lang="he-IL" sz="17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37360"/>
          <a:ext cx="59893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1417320"/>
              </a:tblGrid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 רכב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702140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85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 ברשימת העוצמה</a:t>
                      </a: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705472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702692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סגן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705636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702924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גפן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700702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גפן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702285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11 א'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703360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חנית (עוקץ)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702764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חנית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700646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85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 ברשימת העוצמה</a:t>
                      </a: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703746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85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 ברשימת העוצמה</a:t>
                      </a: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705584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 - מסייעת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705407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 - פלס"מ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706272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 - ב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705655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13 א'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702177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850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 ברשימת העוצמה</a:t>
                      </a: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702256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מפקד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705337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 - ג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705897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10 א'</a:t>
                      </a:r>
                      <a:endParaRPr lang="he-IL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702189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solidFill>
            <a:srgbClr val="9F22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23774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נותרים בגדוד — טרם שובצו להובלה</a:t>
            </a:r>
            <a:endParaRPr lang="he-IL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595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כלים מתוך 44 שברשימת העוצמה | להשלמת שיבוץ בהובלות הבאות</a:t>
            </a:r>
            <a:endParaRPr lang="he-IL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28 | תוכנית ירידה מתע"מ לבנון | בלמ"ס</a:t>
            </a:r>
            <a:endParaRPr lang="he-IL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532120" cy="914400"/>
        </p:xfrm>
        <a:graphic>
          <a:graphicData uri="http://schemas.openxmlformats.org/drawingml/2006/table">
            <a:tbl>
              <a:tblPr/>
              <a:tblGrid>
                <a:gridCol w="2102206"/>
                <a:gridCol w="1327709"/>
                <a:gridCol w="2102206"/>
              </a:tblGrid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 רכב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990069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990053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990068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990278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FMTV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00" dirty="0">
                          <a:solidFill>
                            <a:srgbClr val="8A5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 תקין, נמצא בחצרות יסף</a:t>
                      </a: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708749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אושקוש סולר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706616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 - א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705630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מנהלה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705077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כתקל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702939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15 א'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702030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15 א'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706666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רק"ש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703521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האמרבולנס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5532120" cy="914400"/>
        </p:xfrm>
        <a:graphic>
          <a:graphicData uri="http://schemas.openxmlformats.org/drawingml/2006/table">
            <a:tbl>
              <a:tblPr/>
              <a:tblGrid>
                <a:gridCol w="2102206"/>
                <a:gridCol w="1327709"/>
                <a:gridCol w="2102206"/>
              </a:tblGrid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 רכב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1A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900" dirty="0">
                          <a:solidFill>
                            <a:srgbClr val="8A5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נמצא בסדנה בציפורית</a:t>
                      </a: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702415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702896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702379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700692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ללא צ'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גנרי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311368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סב"ח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311370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סב"ח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311367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סב"ח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311339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סב"ח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702649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חנית (עוקץ)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he-IL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703025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האמר חנית</a:t>
                      </a:r>
                      <a:endParaRPr lang="he-IL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2026-09-19T11:25:24Z</dcterms:created>
  <dcterms:modified xsi:type="dcterms:W3CDTF">2026-09-19T11:25:24Z</dcterms:modified>
</cp:coreProperties>
</file>