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פוש מאמצים — שלב ב'</a:t>
            </a:r>
            <a:endParaRPr lang="he-IL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הירידה מתע"מ 20–24.9 | שני מאמצים מרכזיים: הובלות וניוד | זיכוי וקיפול חצרות יסף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207008"/>
            <a:ext cx="11365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1 — הובלות וניוד | צירי תנועה</a:t>
            </a:r>
            <a:endParaRPr lang="he-IL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27632"/>
            <a:ext cx="1600200" cy="2423160"/>
          </a:xfrm>
          <a:prstGeom prst="roundRect">
            <a:avLst>
              <a:gd name="adj" fmla="val 3429"/>
            </a:avLst>
          </a:prstGeom>
          <a:solidFill>
            <a:srgbClr val="FBEFEF"/>
          </a:solidFill>
          <a:ln w="19050">
            <a:solidFill>
              <a:srgbClr val="9F222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5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בילו</a:t>
            </a:r>
            <a:endParaRPr lang="he-IL" sz="1500" dirty="0"/>
          </a:p>
          <a:p>
            <a:pPr algn="ctr" indent="0" marL="0">
              <a:buNone/>
            </a:pPr>
            <a:r>
              <a:rPr lang="he-IL" alt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פריקה + פירוק ציוד הקשר</a:t>
            </a:r>
            <a:endParaRPr lang="he-IL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1627632"/>
            <a:ext cx="3017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חצרות יסף — האמרים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יציאה בנסיעה עצמית</a:t>
            </a:r>
            <a:endParaRPr lang="he-IL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837944"/>
            <a:ext cx="68580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627632"/>
            <a:ext cx="3246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מטמנת עברון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העמסה ע"ג מובילים + ציוד קשר</a:t>
            </a:r>
            <a:endParaRPr lang="he-IL" sz="1050" dirty="0"/>
          </a:p>
        </p:txBody>
      </p:sp>
      <p:sp>
        <p:nvSpPr>
          <p:cNvPr id="12" name="Shape 10"/>
          <p:cNvSpPr/>
          <p:nvPr/>
        </p:nvSpPr>
        <p:spPr>
          <a:xfrm>
            <a:off x="2057400" y="1837944"/>
            <a:ext cx="237744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57400" y="1545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מובילים</a:t>
            </a:r>
            <a:endParaRPr lang="he-IL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258568"/>
            <a:ext cx="3017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משאיות עם מכשירי קשר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יוצאות עם ליווי</a:t>
            </a:r>
            <a:endParaRPr lang="he-IL" sz="1050" dirty="0"/>
          </a:p>
        </p:txBody>
      </p:sp>
      <p:sp>
        <p:nvSpPr>
          <p:cNvPr id="15" name="Shape 13"/>
          <p:cNvSpPr/>
          <p:nvPr/>
        </p:nvSpPr>
        <p:spPr>
          <a:xfrm>
            <a:off x="2057400" y="2468880"/>
            <a:ext cx="630936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57400" y="217627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בליווי</a:t>
            </a:r>
            <a:endParaRPr lang="he-IL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889504"/>
            <a:ext cx="3017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חצרות יסף — תיקי לוחמים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העמסה על תובלתיות | 23.9</a:t>
            </a:r>
            <a:endParaRPr lang="he-IL" sz="1050" dirty="0"/>
          </a:p>
        </p:txBody>
      </p:sp>
      <p:sp>
        <p:nvSpPr>
          <p:cNvPr id="18" name="Shape 16"/>
          <p:cNvSpPr/>
          <p:nvPr/>
        </p:nvSpPr>
        <p:spPr>
          <a:xfrm>
            <a:off x="2057400" y="3099816"/>
            <a:ext cx="630936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280720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תובלתיות 23.9</a:t>
            </a:r>
            <a:endParaRPr lang="he-IL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520440"/>
            <a:ext cx="3017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משטח שלומית — ציוד פלוגה ב'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תובלתית אחת</a:t>
            </a:r>
            <a:endParaRPr lang="he-IL" sz="1050" dirty="0"/>
          </a:p>
        </p:txBody>
      </p:sp>
      <p:sp>
        <p:nvSpPr>
          <p:cNvPr id="21" name="Shape 19"/>
          <p:cNvSpPr/>
          <p:nvPr/>
        </p:nvSpPr>
        <p:spPr>
          <a:xfrm>
            <a:off x="2057400" y="3730752"/>
            <a:ext cx="630936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057400" y="343814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תובלתית</a:t>
            </a:r>
            <a:endParaRPr lang="he-IL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78808"/>
            <a:ext cx="10927080" cy="329184"/>
          </a:xfrm>
          <a:prstGeom prst="roundRect">
            <a:avLst>
              <a:gd name="adj" fmla="val 11111"/>
            </a:avLst>
          </a:prstGeom>
          <a:solidFill>
            <a:srgbClr val="FBEFEF"/>
          </a:solidFill>
          <a:ln w="12700">
            <a:solidFill>
              <a:srgbClr val="E3BCBC"/>
            </a:solidFill>
          </a:ln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he-IL" altLang="en-US" sz="12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אחריות העמסת האמרים במטמנת עברון:  </a:t>
            </a:r>
            <a:pPr algn="r" indent="0" marL="0">
              <a:buNone/>
            </a:pPr>
            <a:r>
              <a:rPr lang="he-IL" alt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רכבי פתן — פתן  |  כל שאר הרכבים — פלס"מ</a:t>
            </a:r>
            <a:endParaRPr lang="he-IL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81728"/>
            <a:ext cx="11365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2 — זיכוי ומנהלה | חצרות יסף</a:t>
            </a:r>
            <a:endParaRPr lang="he-IL" sz="1600" dirty="0"/>
          </a:p>
        </p:txBody>
      </p:sp>
      <p:sp>
        <p:nvSpPr>
          <p:cNvPr id="25" name="Shape 23"/>
          <p:cNvSpPr/>
          <p:nvPr/>
        </p:nvSpPr>
        <p:spPr>
          <a:xfrm>
            <a:off x="5989320" y="5047488"/>
            <a:ext cx="5788152" cy="1188720"/>
          </a:xfrm>
          <a:prstGeom prst="roundRect">
            <a:avLst>
              <a:gd name="adj" fmla="val 4615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5138928"/>
            <a:ext cx="5330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חיילי פלוגה ב' מגיעים לזיכוי נשקים ואמר"לים בחצרות יסף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כלל חיילי הגדוד כולל מסדרים + העברת חתימות</a:t>
            </a:r>
            <a:endParaRPr lang="he-IL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5047488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3892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סמים חטיבתי | ירוק על כלל הצל"מ בסוף 23.9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קיפול חצרות יסף | העברת המקל לגדוד גפן | מסדר מח"ט 24.9</a:t>
            </a:r>
            <a:endParaRPr lang="he-IL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2026-09-19T15:01:47Z</dcterms:created>
  <dcterms:modified xsi:type="dcterms:W3CDTF">2026-09-19T15:01:47Z</dcterms:modified>
</cp:coreProperties>
</file>