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solidFill>
            <a:srgbClr val="9F222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475720" y="274320"/>
            <a:ext cx="530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743200" y="237744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8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ב' — שבוע הירידה מתע"מ | 20–24.9</a:t>
            </a:r>
            <a:endParaRPr lang="he-IL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8412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פירוט צירי ההובלה והזיכויים — זיכוי מלא וקיפול חצרות יסף</a:t>
            </a:r>
            <a:endParaRPr lang="he-IL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65288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he-IL" alt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גדוד 28 | תוכנית ירידה מתע"מ לבנון | בלמ"ס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225296"/>
            <a:ext cx="11365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צירי הובלה — רכבים וציוד</a:t>
            </a:r>
            <a:endParaRPr lang="he-IL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64208"/>
            <a:ext cx="1600200" cy="2651760"/>
          </a:xfrm>
          <a:prstGeom prst="roundRect">
            <a:avLst>
              <a:gd name="adj" fmla="val 3429"/>
            </a:avLst>
          </a:prstGeom>
          <a:solidFill>
            <a:srgbClr val="FBEFEF"/>
          </a:solidFill>
          <a:ln w="19050">
            <a:solidFill>
              <a:srgbClr val="9F222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5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בילו</a:t>
            </a:r>
            <a:endParaRPr lang="he-IL" sz="1500" dirty="0"/>
          </a:p>
          <a:p>
            <a:pPr algn="ctr" indent="0" marL="0">
              <a:buNone/>
            </a:pPr>
            <a:r>
              <a:rPr lang="he-IL" alt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פריקה + פירוק ציוד הקשר</a:t>
            </a:r>
            <a:endParaRPr lang="he-IL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1664208"/>
            <a:ext cx="3017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6CFC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חצרות יסף — האמרים</a:t>
            </a:r>
            <a:endParaRPr lang="he-IL" sz="105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יציאה בנסיעה עצמית</a:t>
            </a:r>
            <a:endParaRPr lang="he-IL" sz="1050" dirty="0"/>
          </a:p>
        </p:txBody>
      </p:sp>
      <p:sp>
        <p:nvSpPr>
          <p:cNvPr id="10" name="Shape 8"/>
          <p:cNvSpPr/>
          <p:nvPr/>
        </p:nvSpPr>
        <p:spPr>
          <a:xfrm>
            <a:off x="7680960" y="1892808"/>
            <a:ext cx="685800" cy="109728"/>
          </a:xfrm>
          <a:prstGeom prst="leftArrow">
            <a:avLst/>
          </a:prstGeom>
          <a:solidFill>
            <a:srgbClr val="9F22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34840" y="1664208"/>
            <a:ext cx="3246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6CFC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מטמנת עברון</a:t>
            </a:r>
            <a:endParaRPr lang="he-IL" sz="105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העמסה ע"ג מובילים + ציוד קשר</a:t>
            </a:r>
            <a:endParaRPr lang="he-IL" sz="1050" dirty="0"/>
          </a:p>
        </p:txBody>
      </p:sp>
      <p:sp>
        <p:nvSpPr>
          <p:cNvPr id="12" name="Shape 10"/>
          <p:cNvSpPr/>
          <p:nvPr/>
        </p:nvSpPr>
        <p:spPr>
          <a:xfrm>
            <a:off x="2057400" y="1892808"/>
            <a:ext cx="2377440" cy="109728"/>
          </a:xfrm>
          <a:prstGeom prst="leftArrow">
            <a:avLst/>
          </a:prstGeom>
          <a:solidFill>
            <a:srgbClr val="9F222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057400" y="15910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85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מובילים</a:t>
            </a:r>
            <a:endParaRPr lang="he-IL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359152"/>
            <a:ext cx="3017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6CFC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משאיות עם מכשירי קשר</a:t>
            </a:r>
            <a:endParaRPr lang="he-IL" sz="105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יוצאות עם ליווי</a:t>
            </a:r>
            <a:endParaRPr lang="he-IL" sz="1050" dirty="0"/>
          </a:p>
        </p:txBody>
      </p:sp>
      <p:sp>
        <p:nvSpPr>
          <p:cNvPr id="15" name="Shape 13"/>
          <p:cNvSpPr/>
          <p:nvPr/>
        </p:nvSpPr>
        <p:spPr>
          <a:xfrm>
            <a:off x="2057400" y="2587752"/>
            <a:ext cx="6309360" cy="109728"/>
          </a:xfrm>
          <a:prstGeom prst="leftArrow">
            <a:avLst/>
          </a:prstGeom>
          <a:solidFill>
            <a:srgbClr val="9F22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057400" y="2286000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85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בליווי</a:t>
            </a:r>
            <a:endParaRPr lang="he-IL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054096"/>
            <a:ext cx="3017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6CFC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חצרות יסף — תיקי לוחמים</a:t>
            </a:r>
            <a:endParaRPr lang="he-IL" sz="105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העמסה על תובלתיות | 23.9</a:t>
            </a:r>
            <a:endParaRPr lang="he-IL" sz="1050" dirty="0"/>
          </a:p>
        </p:txBody>
      </p:sp>
      <p:sp>
        <p:nvSpPr>
          <p:cNvPr id="18" name="Shape 16"/>
          <p:cNvSpPr/>
          <p:nvPr/>
        </p:nvSpPr>
        <p:spPr>
          <a:xfrm>
            <a:off x="2057400" y="3282696"/>
            <a:ext cx="6309360" cy="109728"/>
          </a:xfrm>
          <a:prstGeom prst="leftArrow">
            <a:avLst/>
          </a:prstGeom>
          <a:solidFill>
            <a:srgbClr val="9F222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057400" y="298094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85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תובלתיות 23.9</a:t>
            </a:r>
            <a:endParaRPr lang="he-IL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749040"/>
            <a:ext cx="30175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6CFC9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he-IL" altLang="en-US" sz="10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משטח שלומית — ציוד פלוגה ב'</a:t>
            </a:r>
            <a:endParaRPr lang="he-IL" sz="1050" dirty="0"/>
          </a:p>
          <a:p>
            <a:pPr algn="ctr" indent="0" marL="0">
              <a:buNone/>
            </a:pPr>
            <a:r>
              <a:rPr lang="he-IL" alt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תובלתית אחת</a:t>
            </a:r>
            <a:endParaRPr lang="he-IL" sz="1050" dirty="0"/>
          </a:p>
        </p:txBody>
      </p:sp>
      <p:sp>
        <p:nvSpPr>
          <p:cNvPr id="21" name="Shape 19"/>
          <p:cNvSpPr/>
          <p:nvPr/>
        </p:nvSpPr>
        <p:spPr>
          <a:xfrm>
            <a:off x="2057400" y="3977640"/>
            <a:ext cx="6309360" cy="109728"/>
          </a:xfrm>
          <a:prstGeom prst="leftArrow">
            <a:avLst/>
          </a:prstGeom>
          <a:solidFill>
            <a:srgbClr val="9F22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057400" y="3675888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85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תובלתית</a:t>
            </a:r>
            <a:endParaRPr lang="he-IL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11480" y="4526280"/>
            <a:ext cx="11365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7E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זיכוי ומנהלה — חצרות יסף</a:t>
            </a:r>
            <a:endParaRPr lang="he-IL" sz="1600" dirty="0"/>
          </a:p>
        </p:txBody>
      </p:sp>
      <p:sp>
        <p:nvSpPr>
          <p:cNvPr id="24" name="Shape 22"/>
          <p:cNvSpPr/>
          <p:nvPr/>
        </p:nvSpPr>
        <p:spPr>
          <a:xfrm>
            <a:off x="5989320" y="4910328"/>
            <a:ext cx="5788152" cy="1234440"/>
          </a:xfrm>
          <a:prstGeom prst="roundRect">
            <a:avLst>
              <a:gd name="adj" fmla="val 4444"/>
            </a:avLst>
          </a:prstGeom>
          <a:solidFill>
            <a:srgbClr val="F7F4F2"/>
          </a:solidFill>
          <a:ln w="12700">
            <a:solidFill>
              <a:srgbClr val="D6CF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5029200"/>
            <a:ext cx="5330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חיילי פלוגה ב' מגיעים לזיכוי נשקים ואמר"לים בחצרות יסף</a:t>
            </a:r>
            <a:endParaRPr lang="he-IL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זיכוי כלל חיילי הגדוד כולל מסדרים + העברת חתימות</a:t>
            </a:r>
            <a:endParaRPr lang="he-IL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4910328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7F4F2"/>
          </a:solidFill>
          <a:ln w="12700">
            <a:solidFill>
              <a:srgbClr val="D6CFC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" y="5029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זיכוי סמים חטיבתי | ירוק על כלל הצל"מ בסוף 23.9</a:t>
            </a:r>
            <a:endParaRPr lang="he-IL" sz="12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קיפול חצרות יסף | העברת המקל לגדוד גפן | מסדר מח"ט 24.9</a:t>
            </a:r>
            <a:endParaRPr lang="he-IL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2026-09-19T15:00:11Z</dcterms:created>
  <dcterms:modified xsi:type="dcterms:W3CDTF">2026-09-19T15:00:11Z</dcterms:modified>
</cp:coreProperties>
</file>